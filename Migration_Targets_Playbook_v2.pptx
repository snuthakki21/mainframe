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describes the v2 package. Validation results refer to synthetic source fixtures and the recorded development/extracted environments, not Wells Fargo production.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 from the extracted mainframe_migration folder in PowerShell. Python on PATH or the py launcher is supported. Missing optional SDKs/drivers remain visible as gaps. tools/verify_package.py is cross-platform. Do not overlay a prior working package.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target.json and migration/targets/config.py. Unknown or conflicting settings are errors, not fallback choices. Process target_file can point to the central profile; normal defaults use the package-root target.json.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a new process also supply local repository, Excel sheet and available baseline paths. START_HERE.md contains the full new-process kickoff. No live Copilot or Devin session was exercised in this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Excel A job, B step, C program, D inputs, E outputs. The inventory is a seed, not proof of complete dependencies or scheduler order. All current front-end limitations remain explicit in docs/SUPPORT_AND_LIMITS.md.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Measured synthetic retarget tests: DB-only switch reused 5/5 model and language files; language change reused 5 models and created 5 native job files; a CLASSIFY source change rebuilt 1 model/job and reused 4; switch-back returned to the original sealed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target registry and sealed source/model/code artifacts provide durable on-disk knowledge. They do not rely on chat memory. Digests detect changed bytes, not a malicious actor authorized to rewrite both data and manifests.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this build, only Python/SQLite receives actual native database evidence. Java runs used recording mode because JDBC drivers were not supplied. Oracle and BigQuery were not live-tested. .NET SDK absence is explicitly NOT_AVAILABLE.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Source: target matrix receipt in release verification. Runtime evidence: Linux, Python 3.13.5, SQLite 3.46.1; OpenJDK 21.0.11 compiled --release 17. No .NET SDK, JDBC native provider, live Oracle/BigQuery, Windows or live coding-agent session was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91 tests passed in the development suite; the exact extracted-ZIP receipt is authoritative for final measured count. Each of six executed target selections checked 18 file outputs and 15 return codes. Only Python/SQLite used a real DB; the others replayed transaction requests into a reference SQLite DB, not the selected provider. Source statement evidence is not full branch/path coverage.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References: https://docs.cloud.google.com/bigquery/docs/primary-foreign-keys ; https://docs.oracle.com/en/database/oracle/oracle-database/26/sqlrf/Nulls.html . Actual generated implementation constraints and scope are in docs/SUPPORT_AND_LIMITS.md.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package does not download dependencies or contact remote DBs during normal local verification. Exact direct driver pins are not a full transitive lock. Commands are in docs/OPERATING_TARGETS.md. No automatic remote baseline-provisioning or live target-snapshot harness is delivered.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START_HERE.md is the detailed operating guide. The release report delivered beside the ZIP records exact archive checksum, extracted-file integrity, executed commands, test counts, target matrix and untested environments. Original behavior is preserved; no automatic repairs or deployments are performed.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V2  /  OPERATOR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Change the target. Keep the source behavior.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9875520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700" b="0">
                <a:solidFill>
                  <a:srgbClr val="173347"/>
                </a:solidFill>
                <a:latin typeface="Calibri"/>
              </a:defRPr>
            </a:pPr>
            <a:r>
              <a:t>One file chooses the language and database.</a:t>
            </a:r>
          </a:p>
          <a:p>
            <a:pPr algn="l">
              <a:spcAft>
                <a:spcPts val="800"/>
              </a:spcAft>
              <a:defRPr sz="2700" b="0">
                <a:solidFill>
                  <a:srgbClr val="173347"/>
                </a:solidFill>
                <a:latin typeface="Calibri"/>
              </a:defRPr>
            </a:pPr>
            <a:r>
              <a:t>Each architecture gets its own generated artifacts and validation record.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3429000"/>
            <a:ext cx="3538728" cy="19659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3429000"/>
            <a:ext cx="54864" cy="19659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593592"/>
            <a:ext cx="313639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3 languages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4270248"/>
            <a:ext cx="3136392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Python  •  C#/.NET  •  Java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3429000"/>
            <a:ext cx="3538728" cy="19659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3429000"/>
            <a:ext cx="54864" cy="19659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593592"/>
            <a:ext cx="313639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3 databases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270248"/>
            <a:ext cx="3136392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SQLite  •  Oracle  •  BigQuery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3429000"/>
            <a:ext cx="3538728" cy="19659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55864" y="3429000"/>
            <a:ext cx="54864" cy="19659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7032" y="3593592"/>
            <a:ext cx="313639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One behavior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57032" y="4270248"/>
            <a:ext cx="3136392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Preserve exceptions and quirks.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No automatic business repair.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97296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9B5B17"/>
                </a:solidFill>
                <a:latin typeface="Calibri"/>
              </a:defRPr>
            </a:pPr>
            <a:r>
              <a:t>A tested, bounded workbench—not a universal mainframe compiler or production approval.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RETARGETING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What changed from the previous package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SQLite is a local test implementation—not the permanent specification.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23160"/>
            <a:ext cx="3401568" cy="26517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423160"/>
            <a:ext cx="54864" cy="26517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5877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Source 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264408"/>
            <a:ext cx="2999232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Original code, copybooks, DDL, execution order and approved SME answers.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423160"/>
            <a:ext cx="3401568" cy="26517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423160"/>
            <a:ext cx="54864" cy="26517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5877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Language implementation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264408"/>
            <a:ext cx="2999232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Native job functions in the selected language. Shared runtime kept separate.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2423160"/>
            <a:ext cx="3401568" cy="26517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2423160"/>
            <a:ext cx="54864" cy="265176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587752"/>
            <a:ext cx="299923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Database implementation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3264408"/>
            <a:ext cx="2999232" cy="17190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Selected adapter and DDL. Source precision, widths and constraints retained.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48640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087F8C"/>
                </a:solidFill>
                <a:latin typeface="Calibri"/>
              </a:defRPr>
            </a:pPr>
            <a:r>
              <a:t>No Python → C# → Java translation chain. No SQLite pass copied into an Oracle or BigQuery result.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TYPE THIS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First: verify a fresh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Do this before editing target.json. Keep earlier working folders intact.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23160"/>
            <a:ext cx="10972800" cy="914400"/>
          </a:xfrm>
          <a:prstGeom prst="roundRect">
            <a:avLst/>
          </a:prstGeom>
          <a:solidFill>
            <a:srgbClr val="1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FFFFFF"/>
                </a:solidFill>
                <a:latin typeface="Consolas"/>
              </a:defRPr>
            </a:pPr>
            <a:r>
              <a:t>.\VERIFY-WINDOWS.cmd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657600"/>
            <a:ext cx="5330952" cy="20574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94360" y="3657600"/>
            <a:ext cx="54864" cy="2057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3822191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What runs automatically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4498848"/>
            <a:ext cx="4928616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Shipped-file checks, regression tests, all nine selections and switch-back reuse.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3657600"/>
            <a:ext cx="5330952" cy="20574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3657600"/>
            <a:ext cx="54864" cy="2057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822191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What does not happen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4498848"/>
            <a:ext cx="4928616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No Git operations, public installs, source repairs or remote database connections.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ONE CONFIGURATION 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Then: edit two existing values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Open target.json. Keep the other profile entries; do not replace the whole file.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23160"/>
            <a:ext cx="5330952" cy="1554480"/>
          </a:xfrm>
          <a:prstGeom prst="roundRect">
            <a:avLst/>
          </a:prstGeom>
          <a:solidFill>
            <a:srgbClr val="1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4873752" cy="1234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600" b="0">
                <a:solidFill>
                  <a:srgbClr val="FFFFFF"/>
                </a:solidFill>
                <a:latin typeface="Consolas"/>
              </a:defRPr>
            </a:pPr>
            <a:r>
              <a:t>"language": "java",</a:t>
            </a:r>
          </a:p>
          <a:p>
            <a:pPr algn="l">
              <a:spcAft>
                <a:spcPts val="800"/>
              </a:spcAft>
              <a:defRPr sz="2600" b="0">
                <a:solidFill>
                  <a:srgbClr val="FFFFFF"/>
                </a:solidFill>
                <a:latin typeface="Consolas"/>
              </a:defRPr>
            </a:pPr>
            <a:r>
              <a:t>"database": "oracle"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6208" y="2423160"/>
            <a:ext cx="5330952" cy="15544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6208" y="2423160"/>
            <a:ext cx="54864" cy="1554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587752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Language choices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3264408"/>
            <a:ext cx="492861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python  /  dotnet  /  java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4297680"/>
            <a:ext cx="5330952" cy="15544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4297680"/>
            <a:ext cx="54864" cy="1554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4462272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Database choices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" y="5138928"/>
            <a:ext cx="492861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sqlite  /  oracle  /  bigquery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6208" y="4297680"/>
            <a:ext cx="5330952" cy="15544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6208" y="4297680"/>
            <a:ext cx="54864" cy="1554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4462272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Important distinction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5138928"/>
            <a:ext cx="492861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dotnet means C#.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GCP is not a database selection.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RETARGETING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The two choices are independent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Every cell produces a separate native target package for the supported source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468880"/>
          <a:ext cx="1097280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163824"/>
                <a:gridCol w="3172968"/>
                <a:gridCol w="3172968"/>
              </a:tblGrid>
              <a:tr h="713232"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Language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SQLite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Oracle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BigQuery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.py + SQLite adapter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.py + Oracle adapter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.py + REST adapter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dotnet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.cs + ADO.NET adapter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.cs + ODP.NET adapter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.cs + REST adapter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java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.java + JDBC adapter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.java + JDBC adapter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9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.java + REST adapter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5696712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9B5B17"/>
                </a:solidFill>
                <a:latin typeface="Calibri"/>
              </a:defRPr>
            </a:pPr>
            <a:r>
              <a:t>All nine generated here. Compilation and live execution have separate evidence levels.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ONE AGENT REQUEST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Use the same kickoff when architecture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Copilot or Devin follows the shared repository skill; the operator does not drive each stage.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86000"/>
            <a:ext cx="10972800" cy="3017520"/>
          </a:xfrm>
          <a:prstGeom prst="roundRect">
            <a:avLst/>
          </a:prstGeom>
          <a:solidFill>
            <a:srgbClr val="1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468880"/>
            <a:ext cx="10515600" cy="26974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FFFFFF"/>
                </a:solidFill>
                <a:latin typeface="Consolas"/>
              </a:defRPr>
            </a:pPr>
            <a:r>
              <a:t>Read AGENTS.md and .agents/skills/migrate-process/SKILL.md.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FFFFFF"/>
                </a:solidFill>
                <a:latin typeface="Consolas"/>
              </a:defRPr>
            </a:pPr>
            <a:r>
              <a:t>Use processes/PAYMENTS/process.json.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FFFFFF"/>
                </a:solidFill>
                <a:latin typeface="Consolas"/>
              </a:defRPr>
            </a:pPr>
            <a:r>
              <a:t>Read language and database only from target.json.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FFFFFF"/>
                </a:solidFill>
                <a:latin typeface="Consolas"/>
              </a:defRPr>
            </a:pPr>
            <a:r>
              <a:t>Reuse intact source-linked work and generate the selected target.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FFFFFF"/>
                </a:solidFill>
                <a:latin typeface="Consolas"/>
              </a:defRPr>
            </a:pPr>
            <a:r>
              <a:t>Preserve source behavior; do not repair candidates or baselines.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FFFFFF"/>
                </a:solidFill>
                <a:latin typeface="Consolas"/>
              </a:defRPr>
            </a:pPr>
            <a:r>
              <a:t>Run available checks and publish the single modernization report.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541264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556976"/>
                </a:solidFill>
                <a:latin typeface="Calibri"/>
              </a:defRPr>
            </a:pPr>
            <a:r>
              <a:t>A local Python command does not secretly invoke an AI service. The approved coding agent drives generation and registration.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RETARGETING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What you supply—and what the framework discovers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SMEs answer unresolved gaps; they are not asked to explain every program or review Python.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468880"/>
          <a:ext cx="109728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400800"/>
              </a:tblGrid>
              <a:tr h="621792"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You supply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 framework/agent derives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Local checkout + Excel A–E inventory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Jobs, steps, programs, dependencies and missing members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Available original DDL and control definitions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Logical schema, bindings and target capability gaps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Matched inputs + mainframe expected results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Exact comparisons, rejects, control totals and mismatches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Approved scoped SME answers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20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Persistent evidence used on later runs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RETARGETING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What the one kickoff does internally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The same stages apply to a new process and to a target change.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95728"/>
            <a:ext cx="3493008" cy="15544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395728"/>
            <a:ext cx="54864" cy="1554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560320"/>
            <a:ext cx="3090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1  Discover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236976"/>
            <a:ext cx="309067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Read source evidence.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Find gaps.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395728"/>
            <a:ext cx="3493008" cy="15544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395728"/>
            <a:ext cx="54864" cy="1554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560320"/>
            <a:ext cx="3090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2  Reuse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236976"/>
            <a:ext cx="309067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Load intact behavior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and language work.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6" y="2395728"/>
            <a:ext cx="3493008" cy="15544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6" y="2395728"/>
            <a:ext cx="54864" cy="1554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560320"/>
            <a:ext cx="3090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3  Generate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3236976"/>
            <a:ext cx="309067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Native jobs, runtime,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adapter and DDL.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" y="4151376"/>
            <a:ext cx="3493008" cy="15544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" y="4151376"/>
            <a:ext cx="54864" cy="1554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8" y="4315968"/>
            <a:ext cx="3090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4 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4992624"/>
            <a:ext cx="309067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Compile and run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available checks.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15968" y="4151376"/>
            <a:ext cx="3493008" cy="15544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15968" y="4151376"/>
            <a:ext cx="54864" cy="1554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17136" y="4315968"/>
            <a:ext cx="3090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5  Compare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17136" y="4992624"/>
            <a:ext cx="309067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Use frozen evidence.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Do not repair.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7576" y="4151376"/>
            <a:ext cx="3493008" cy="155448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037576" y="4151376"/>
            <a:ext cx="54864" cy="155448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38744" y="4315968"/>
            <a:ext cx="3090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6  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38744" y="4992624"/>
            <a:ext cx="309067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Save target history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and remaining gaps.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RETARGETING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Exactly what is reused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Reuse avoids repeated work; it never reuses a validation pass for a changed target.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395728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3794760"/>
                <a:gridCol w="5120640"/>
              </a:tblGrid>
              <a:tr h="65836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Change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Reuse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Regenerate / recheck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Database only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Eligible source models + native job files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Adapter, DDL, target package; new validation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Language only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Eligible source models and schema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Native jobs/runtime; new compilation and tests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One source program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Unaffected dependency branches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Affected model/job; rerun process comparisons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Switch back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Intact earlier target artifact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Fresh execution state and fresh test evidence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RETARGETING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Keep history. Read one current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Earlier targets stay intact. A failed candidate is not overwritten.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23160"/>
            <a:ext cx="5715000" cy="3063240"/>
          </a:xfrm>
          <a:prstGeom prst="roundRect">
            <a:avLst/>
          </a:prstGeom>
          <a:solidFill>
            <a:srgbClr val="12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06040"/>
            <a:ext cx="5257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output/PAYMENTS/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  modernization_report.html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  target_registry.json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  targets/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    python-sqlite/&lt;fingerprint&gt;/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    java-oracle/&lt;fingerprint&gt;/</a:t>
            </a:r>
          </a:p>
          <a:p>
            <a:pPr algn="l">
              <a:spcAft>
                <a:spcPts val="800"/>
              </a:spcAft>
              <a:defRPr sz="2100" b="0">
                <a:solidFill>
                  <a:srgbClr val="FFFFFF"/>
                </a:solidFill>
                <a:latin typeface="Consolas"/>
              </a:defRPr>
            </a:pPr>
            <a:r>
              <a:t>  runs/&lt;run-id&gt;/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2423160"/>
            <a:ext cx="4937760" cy="306324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423160"/>
            <a:ext cx="54864" cy="306324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2587752"/>
            <a:ext cx="45354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The report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3264408"/>
            <a:ext cx="4535424" cy="21305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What was reused?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What was generated?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What actually ran?</a:t>
            </a:r>
          </a:p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What is blocked or untested?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RETARGETING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Generation, compilation and validation are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The report must never collapse these into one green “complete” flag.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331720"/>
          <a:ext cx="109728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772400"/>
              </a:tblGrid>
              <a:tr h="56692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Evidence level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it establishes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Generated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Selected-target source files, runtime, adapter and DDL were produced.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Compiled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The recorded compiler accepted those sources.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Recording checks passed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Files and transaction-request intent matched the supplied fixture.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Native database passed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That database implementation actually executed and matched its baseline.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Production approval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Organizational controls and real target qualification; not awarded by this tool.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MEASURED SYNTHETIC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Observed nine-target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All nine generated. “Recording” is not a live selected-database test.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12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258568"/>
          <a:ext cx="109728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2240280"/>
                <a:gridCol w="5257800"/>
              </a:tblGrid>
              <a:tr h="356616"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Compile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Execution evidence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python / sqlite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Native SQLite passed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python / oracle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Recording checks passed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python / bigquery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Recording checks passed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java / sqlite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Recording checks passed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java / oracle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Recording checks passed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java / bigquery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Passed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Recording checks passed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dotnet / sqlite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SDK absent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Not executed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dotnet / oracle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SDK absent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Not executed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dotnet / bigquery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SDK absent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7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Not executed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94360" y="598017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600" b="1">
                <a:solidFill>
                  <a:srgbClr val="9B5B17"/>
                </a:solidFill>
                <a:latin typeface="Calibri"/>
              </a:defRPr>
            </a:pPr>
            <a:r>
              <a:t>BigQuery generations also retain the source primary-key capability blocker.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RETARGETING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The verification checks behavior—not just file creation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Five jobs, six steps; normal, boundary and empty-input scenarios.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395728"/>
            <a:ext cx="3493008" cy="20574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395728"/>
            <a:ext cx="54864" cy="2057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560320"/>
            <a:ext cx="3090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91 tests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236976"/>
            <a:ext cx="3090672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Inherited regressions plus target, cache, registration and adversarial checks.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5968" y="2395728"/>
            <a:ext cx="3493008" cy="20574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5968" y="2395728"/>
            <a:ext cx="54864" cy="2057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7136" y="2560320"/>
            <a:ext cx="3090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18 file checks /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3236976"/>
            <a:ext cx="3090672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Each executed target compares exact bytes, without trimming or sorting away differences.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37575" y="2395728"/>
            <a:ext cx="3493008" cy="20574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37575" y="2395728"/>
            <a:ext cx="54864" cy="20574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38744" y="2560320"/>
            <a:ext cx="309067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15 return-code checks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38744" y="3236976"/>
            <a:ext cx="3090672" cy="1124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Every executed job is checked in all three scenarios.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809744"/>
            <a:ext cx="10972800" cy="9418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100" b="0">
                <a:solidFill>
                  <a:srgbClr val="173347"/>
                </a:solidFill>
                <a:latin typeface="Calibri"/>
              </a:defRPr>
            </a:pPr>
            <a:r>
              <a:t>There are also 3 database-snapshot or explicitly labeled transaction-record checks per executed target. A native Java source mutation failed the unchanged baseline as expected.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RETARGETING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Database differences are kept visible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Generating equivalent syntax does not erase semantic differences.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68880"/>
            <a:ext cx="5330952" cy="25146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468880"/>
            <a:ext cx="54864" cy="2514600"/>
          </a:xfrm>
          <a:prstGeom prst="rect">
            <a:avLst/>
          </a:prstGeom>
          <a:solidFill>
            <a:srgbClr val="9B5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633472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9B5B17"/>
                </a:solidFill>
                <a:latin typeface="Calibri"/>
              </a:defRPr>
            </a:pPr>
            <a:r>
              <a:t>BigQuery key enforcement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310128"/>
            <a:ext cx="492861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The source primary key is retained in the logical model. BigQuery does not enforce it; this is a blocker, not a waived warning.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468880"/>
            <a:ext cx="5330952" cy="25146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468880"/>
            <a:ext cx="54864" cy="2514600"/>
          </a:xfrm>
          <a:prstGeom prst="rect">
            <a:avLst/>
          </a:prstGeom>
          <a:solidFill>
            <a:srgbClr val="9B5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633472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9B5B17"/>
                </a:solidFill>
                <a:latin typeface="Calibri"/>
              </a:defRPr>
            </a:pPr>
            <a:r>
              <a:t>Oracle text behavior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310128"/>
            <a:ext cx="4928616" cy="1581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Empty strings and NULL may need a source-backed representation decision for VARCHAR fields. The agent must not normalize them silently.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330952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173347"/>
                </a:solidFill>
                <a:latin typeface="Calibri"/>
              </a:defRPr>
            </a:pPr>
            <a:r>
              <a:t>Money retains exact precision and scale. SQLite TEXT storage does not become a target NUMBER or BIGNUMERIC definition by guesswork.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RETARGETING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Earlier Python/SQLite work is recognized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Historical work is useful evidence—not permission to skip source lineage.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50592"/>
            <a:ext cx="5330952" cy="27432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450592"/>
            <a:ext cx="54864" cy="2743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615184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Existing v1 artifacts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291840"/>
            <a:ext cx="4928616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Keep the original output location in the process configuration. Prior v1 result/code folders are recorded as historical deliveries.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450592"/>
            <a:ext cx="5330952" cy="274320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450592"/>
            <a:ext cx="54864" cy="2743200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615184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087F8C"/>
                </a:solidFill>
                <a:latin typeface="Calibri"/>
              </a:defRPr>
            </a:pPr>
            <a:r>
              <a:t>V2 retargetable artifacts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291840"/>
            <a:ext cx="4928616" cy="1810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900" b="0">
                <a:solidFill>
                  <a:srgbClr val="173347"/>
                </a:solidFill>
                <a:latin typeface="Calibri"/>
              </a:defRPr>
            </a:pPr>
            <a:r>
              <a:t>Sealed source models, native code and target metadata support repeatable reuse. Same-language references are offered to the coding agent.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138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100" b="1">
                <a:solidFill>
                  <a:srgbClr val="9B5B17"/>
                </a:solidFill>
                <a:latin typeface="Calibri"/>
              </a:defRPr>
            </a:pPr>
            <a:r>
              <a:t>An untracked or hand-edited SQLite implementation is not automatically certified for a different architecture.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RETARGETING PLAYBOOK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One-time runtime setup is not a target-code rewrite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Selections change generation. Installed runtimes and connections enable execution.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16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94360" y="2414016"/>
          <a:ext cx="109728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658368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Component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is required</a:t>
                      </a:r>
                    </a:p>
                  </a:txBody>
                  <a:tcPr marL="109728" marR="91440" marT="73152" marB="45720">
                    <a:solidFill>
                      <a:srgbClr val="122D40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Framework + Python/SQLite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Approved Python; no third-party package installation for included tests.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Java execution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Approved JDK; selected JDBC provider/classpath for native SQLite or Oracle.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C#/.NET execution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Approved matching SDK and resolved provider packages from Artifactory.</a:t>
                      </a:r>
                    </a:p>
                  </a:txBody>
                  <a:tcPr marL="109728" marR="91440" marT="73152" marB="45720">
                    <a:solidFill>
                      <a:srgbClr val="F2F6F8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Remote Oracle / BigQuery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173347"/>
                          </a:solidFill>
                          <a:latin typeface="Calibri"/>
                        </a:defRPr>
                      </a:pPr>
                      <a:r>
                        <a:t>Provisioned test state, credentials and a real target comparison harness.</a:t>
                      </a:r>
                    </a:p>
                  </a:txBody>
                  <a:tcPr marL="109728" marR="91440" marT="73152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REVIEW BOUNDARIES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What this release does not claim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4592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556976"/>
                </a:solidFill>
                <a:latin typeface="Calibri"/>
              </a:defRPr>
            </a:pPr>
            <a:r>
              <a:t>A successful sample must not become a false production-readiness claim.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23160"/>
            <a:ext cx="5330952" cy="15087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4360" y="2423160"/>
            <a:ext cx="54864" cy="1508760"/>
          </a:xfrm>
          <a:prstGeom prst="rect">
            <a:avLst/>
          </a:prstGeom>
          <a:solidFill>
            <a:srgbClr val="9B5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587752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9B5B17"/>
                </a:solidFill>
                <a:latin typeface="Calibri"/>
              </a:defRPr>
            </a:pPr>
            <a:r>
              <a:t>Not universally translated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3264408"/>
            <a:ext cx="4928616" cy="5760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The front end covers a defined source subset, not all COBOL/JCL, Db2 or file formats.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2423160"/>
            <a:ext cx="5330952" cy="15087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36208" y="2423160"/>
            <a:ext cx="54864" cy="1508760"/>
          </a:xfrm>
          <a:prstGeom prst="rect">
            <a:avLst/>
          </a:prstGeom>
          <a:solidFill>
            <a:srgbClr val="9B5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2587752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9B5B17"/>
                </a:solidFill>
                <a:latin typeface="Calibri"/>
              </a:defRPr>
            </a:pPr>
            <a:r>
              <a:t>Not fully runtime-tested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3264408"/>
            <a:ext cx="4928616" cy="5760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No .NET, Windows, JDBC-provider or live Oracle/BigQuery test was performed here.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224528"/>
            <a:ext cx="5330952" cy="15087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4360" y="4224528"/>
            <a:ext cx="54864" cy="1508760"/>
          </a:xfrm>
          <a:prstGeom prst="rect">
            <a:avLst/>
          </a:prstGeom>
          <a:solidFill>
            <a:srgbClr val="9B5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4389120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9B5B17"/>
                </a:solidFill>
                <a:latin typeface="Calibri"/>
              </a:defRPr>
            </a:pPr>
            <a:r>
              <a:t>Not a live agent trial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" y="5065776"/>
            <a:ext cx="4928616" cy="5760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Copilot/Devin handoff contracts were tested, not a vendor-hosted generation session.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4224528"/>
            <a:ext cx="5330952" cy="1508760"/>
          </a:xfrm>
          <a:prstGeom prst="roundRect">
            <a:avLst/>
          </a:prstGeom>
          <a:solidFill>
            <a:srgbClr val="F2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36208" y="4224528"/>
            <a:ext cx="54864" cy="1508760"/>
          </a:xfrm>
          <a:prstGeom prst="rect">
            <a:avLst/>
          </a:prstGeom>
          <a:solidFill>
            <a:srgbClr val="9B5B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4389120"/>
            <a:ext cx="4928616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1">
                <a:solidFill>
                  <a:srgbClr val="9B5B17"/>
                </a:solidFill>
                <a:latin typeface="Calibri"/>
              </a:defRPr>
            </a:pPr>
            <a:r>
              <a:t>Not an external certification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5065776"/>
            <a:ext cx="4928616" cy="5760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173347"/>
                </a:solidFill>
                <a:latin typeface="Calibri"/>
              </a:defRPr>
            </a:pPr>
            <a:r>
              <a:t>Skeptical review was performed in this assistant session, not by an independent auditor.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"/>
          </a:xfrm>
          <a:prstGeom prst="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10896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100" b="1">
                <a:solidFill>
                  <a:srgbClr val="087F8C"/>
                </a:solidFill>
                <a:latin typeface="Calibri"/>
              </a:defRPr>
            </a:pPr>
            <a: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3100" b="1">
                <a:solidFill>
                  <a:srgbClr val="122D40"/>
                </a:solidFill>
                <a:latin typeface="Calibri"/>
              </a:defRPr>
            </a:pPr>
            <a:r>
              <a:t>Your operating sequence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28232"/>
            <a:ext cx="10972800" cy="13716"/>
          </a:xfrm>
          <a:prstGeom prst="rect">
            <a:avLst/>
          </a:prstGeom>
          <a:solidFill>
            <a:srgbClr val="D8E4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528816"/>
            <a:ext cx="9144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1000" b="0">
                <a:solidFill>
                  <a:srgbClr val="556976"/>
                </a:solidFill>
                <a:latin typeface="Calibri"/>
              </a:defRPr>
            </a:pPr>
            <a:r>
              <a:t>Mainframe Migration Workbench v2  |  Source behavior preserved. Evidence stays target-specific.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94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556976"/>
                </a:solidFill>
                <a:latin typeface="Calibri"/>
              </a:defRPr>
            </a:pPr>
            <a: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28800"/>
            <a:ext cx="566928" cy="566928"/>
          </a:xfrm>
          <a:prstGeom prst="round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11095"/>
            <a:ext cx="5669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828800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73347"/>
                </a:solidFill>
                <a:latin typeface="Calibri"/>
              </a:defRPr>
            </a:pPr>
            <a:r>
              <a:t>Verify the untouched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249424"/>
            <a:ext cx="9784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556976"/>
                </a:solidFill>
                <a:latin typeface="Consolas"/>
              </a:defRPr>
            </a:pPr>
            <a:r>
              <a:t>.\VERIFY-WINDOWS.cmd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70632"/>
            <a:ext cx="566928" cy="566928"/>
          </a:xfrm>
          <a:prstGeom prst="round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52928"/>
            <a:ext cx="5669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2770632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73347"/>
                </a:solidFill>
                <a:latin typeface="Calibri"/>
              </a:defRPr>
            </a:pPr>
            <a:r>
              <a:t>Choose the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191256"/>
            <a:ext cx="9784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556976"/>
                </a:solidFill>
                <a:latin typeface="Calibri"/>
              </a:defRPr>
            </a:pPr>
            <a:r>
              <a:t>Edit target.json: language + database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12464"/>
            <a:ext cx="566928" cy="566928"/>
          </a:xfrm>
          <a:prstGeom prst="round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794760"/>
            <a:ext cx="5669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712464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73347"/>
                </a:solidFill>
                <a:latin typeface="Calibri"/>
              </a:defRPr>
            </a:pPr>
            <a:r>
              <a:t>Start or retarget the 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133088"/>
            <a:ext cx="9784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556976"/>
                </a:solidFill>
                <a:latin typeface="Calibri"/>
              </a:defRPr>
            </a:pPr>
            <a:r>
              <a:t>Use the same agent kickoff and existing process configuration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654296"/>
            <a:ext cx="566928" cy="566928"/>
          </a:xfrm>
          <a:prstGeom prst="roundRect">
            <a:avLst/>
          </a:prstGeom>
          <a:solidFill>
            <a:srgbClr val="087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736592"/>
            <a:ext cx="56692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4654296"/>
            <a:ext cx="9784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200" b="1">
                <a:solidFill>
                  <a:srgbClr val="173347"/>
                </a:solidFill>
                <a:latin typeface="Calibri"/>
              </a:defRPr>
            </a:pPr>
            <a:r>
              <a:t>Read the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074920"/>
            <a:ext cx="978408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  <a:defRPr sz="2000" b="0">
                <a:solidFill>
                  <a:srgbClr val="556976"/>
                </a:solidFill>
                <a:latin typeface="Consolas"/>
              </a:defRPr>
            </a:pPr>
            <a:r>
              <a:t>output/PROCESS/modernization_report.html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